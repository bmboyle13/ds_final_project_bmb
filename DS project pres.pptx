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8"/>
  </p:notesMasterIdLst>
  <p:sldIdLst>
    <p:sldId id="258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73969"/>
  </p:normalViewPr>
  <p:slideViewPr>
    <p:cSldViewPr snapToGrid="0">
      <p:cViewPr varScale="1">
        <p:scale>
          <a:sx n="88" d="100"/>
          <a:sy n="88" d="100"/>
        </p:scale>
        <p:origin x="17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CF464-E68D-9C46-A7D9-580053733E3C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32951-2925-284B-A420-8638F4371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186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  <a:p>
            <a:r>
              <a:rPr lang="en-US" dirty="0"/>
              <a:t> - Works well with mixed data</a:t>
            </a:r>
          </a:p>
          <a:p>
            <a:endParaRPr lang="en-US" dirty="0"/>
          </a:p>
          <a:p>
            <a:r>
              <a:rPr lang="en-US" dirty="0"/>
              <a:t>Gradient Boosting</a:t>
            </a:r>
          </a:p>
          <a:p>
            <a:r>
              <a:rPr lang="en-US" dirty="0"/>
              <a:t> - builds tress one after another, correcting mistakes made</a:t>
            </a:r>
          </a:p>
          <a:p>
            <a:r>
              <a:rPr lang="en-US" dirty="0"/>
              <a:t> - High accuracy </a:t>
            </a:r>
          </a:p>
          <a:p>
            <a:r>
              <a:rPr lang="en-US" dirty="0"/>
              <a:t> - able to capture small interactions between multiple variables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32951-2925-284B-A420-8638F4371AA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97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3965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849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67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8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95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2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102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19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94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697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6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897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5" r:id="rId6"/>
    <p:sldLayoutId id="2147483720" r:id="rId7"/>
    <p:sldLayoutId id="2147483721" r:id="rId8"/>
    <p:sldLayoutId id="2147483722" r:id="rId9"/>
    <p:sldLayoutId id="2147483724" r:id="rId10"/>
    <p:sldLayoutId id="21474837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Back view of an airplane">
            <a:extLst>
              <a:ext uri="{FF2B5EF4-FFF2-40B4-BE49-F238E27FC236}">
                <a16:creationId xmlns:a16="http://schemas.microsoft.com/office/drawing/2014/main" id="{5BCCEB13-CF5E-0FC4-E84C-9201D2CE65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7" r="13830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1EA913-131D-4372-3B08-6B2631BA3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en-US" sz="4800" dirty="0"/>
              <a:t>Predictive Analysis of US Flight Delays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C436DC-346A-53C3-4415-59333AACC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r>
              <a:rPr lang="en-US" sz="2000" dirty="0"/>
              <a:t>Brandon Boyle</a:t>
            </a:r>
          </a:p>
          <a:p>
            <a:r>
              <a:rPr lang="en-US" sz="2000" dirty="0"/>
              <a:t>20 Jan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719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 view of an airplane">
            <a:extLst>
              <a:ext uri="{FF2B5EF4-FFF2-40B4-BE49-F238E27FC236}">
                <a16:creationId xmlns:a16="http://schemas.microsoft.com/office/drawing/2014/main" id="{BEA51CD0-EA1D-82D9-7543-F413B89A28C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t="13659" b="207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D4C7EE-808C-5B86-5769-156DA0E76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D661C-3F9E-E3F5-A6CB-4FBF7F315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  <a:p>
            <a:pPr lvl="1"/>
            <a:r>
              <a:rPr lang="en-US" dirty="0"/>
              <a:t>Flight delays disrupts passenger travel and airlines operation cost</a:t>
            </a:r>
          </a:p>
          <a:p>
            <a:r>
              <a:rPr lang="en-US" dirty="0"/>
              <a:t>Objective</a:t>
            </a:r>
          </a:p>
          <a:p>
            <a:pPr lvl="1"/>
            <a:r>
              <a:rPr lang="en-US" dirty="0"/>
              <a:t>Use historical data to predict if a flight will be delayed</a:t>
            </a:r>
          </a:p>
          <a:p>
            <a:r>
              <a:rPr lang="en-US" dirty="0"/>
              <a:t>Proposed Solution</a:t>
            </a:r>
          </a:p>
          <a:p>
            <a:pPr lvl="1"/>
            <a:r>
              <a:rPr lang="en-US" dirty="0"/>
              <a:t>Use predictive modeling to estimate chances of delays</a:t>
            </a:r>
          </a:p>
          <a:p>
            <a:pPr lvl="1"/>
            <a:r>
              <a:rPr lang="en-US" dirty="0"/>
              <a:t>Based of multiple variables</a:t>
            </a:r>
          </a:p>
        </p:txBody>
      </p:sp>
    </p:spTree>
    <p:extLst>
      <p:ext uri="{BB962C8B-B14F-4D97-AF65-F5344CB8AC3E}">
        <p14:creationId xmlns:p14="http://schemas.microsoft.com/office/powerpoint/2010/main" val="3401453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 view of an airplane">
            <a:extLst>
              <a:ext uri="{FF2B5EF4-FFF2-40B4-BE49-F238E27FC236}">
                <a16:creationId xmlns:a16="http://schemas.microsoft.com/office/drawing/2014/main" id="{62F30C6C-2E29-CB24-5A7E-C66D4CFEE6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t="13659" b="207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B0DC14-8A66-A54B-52EC-D282110F1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FF95D-B8E5-0D98-81AC-80BB690F3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Binary Outcome (Delayed or on-time)</a:t>
            </a:r>
          </a:p>
          <a:p>
            <a:r>
              <a:rPr lang="en-US" dirty="0"/>
              <a:t>Use variables like airline, route, day/time, etc.</a:t>
            </a:r>
          </a:p>
          <a:p>
            <a:r>
              <a:rPr lang="en-US" dirty="0"/>
              <a:t>Determine what factors lead to delays</a:t>
            </a:r>
          </a:p>
        </p:txBody>
      </p:sp>
    </p:spTree>
    <p:extLst>
      <p:ext uri="{BB962C8B-B14F-4D97-AF65-F5344CB8AC3E}">
        <p14:creationId xmlns:p14="http://schemas.microsoft.com/office/powerpoint/2010/main" val="3899897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 view of an airplane">
            <a:extLst>
              <a:ext uri="{FF2B5EF4-FFF2-40B4-BE49-F238E27FC236}">
                <a16:creationId xmlns:a16="http://schemas.microsoft.com/office/drawing/2014/main" id="{95E035E5-1F4A-0343-CB1C-5EAC4D6A1C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t="13659" b="207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AC727C-59F6-E938-A896-91EB47227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41D0F-B06A-AF41-5503-A57EDA6C8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Bureau of Transportation Statistics</a:t>
            </a:r>
          </a:p>
          <a:p>
            <a:pPr lvl="1"/>
            <a:r>
              <a:rPr lang="en-US" dirty="0"/>
              <a:t>U.S. Department of Transportation</a:t>
            </a:r>
          </a:p>
          <a:p>
            <a:r>
              <a:rPr lang="en-US" dirty="0"/>
              <a:t>January 2022 – July 2025</a:t>
            </a:r>
          </a:p>
          <a:p>
            <a:r>
              <a:rPr lang="en-US" dirty="0"/>
              <a:t>Over 26 million rows</a:t>
            </a:r>
          </a:p>
          <a:p>
            <a:r>
              <a:rPr lang="en-US" dirty="0"/>
              <a:t>10 variables </a:t>
            </a:r>
          </a:p>
        </p:txBody>
      </p:sp>
    </p:spTree>
    <p:extLst>
      <p:ext uri="{BB962C8B-B14F-4D97-AF65-F5344CB8AC3E}">
        <p14:creationId xmlns:p14="http://schemas.microsoft.com/office/powerpoint/2010/main" val="4048439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 view of an airplane">
            <a:extLst>
              <a:ext uri="{FF2B5EF4-FFF2-40B4-BE49-F238E27FC236}">
                <a16:creationId xmlns:a16="http://schemas.microsoft.com/office/drawing/2014/main" id="{BBE0123A-9F37-4F21-94F5-A35BBF4C036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t="13659" b="207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34F47E-6BF6-6AFA-8CA3-C4B378E08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2FCC9-76D6-3851-0746-E03AD834C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Forest Model</a:t>
            </a:r>
          </a:p>
          <a:p>
            <a:pPr lvl="1"/>
            <a:r>
              <a:rPr lang="en-US" dirty="0"/>
              <a:t>Combination of many decision trees</a:t>
            </a:r>
          </a:p>
          <a:p>
            <a:r>
              <a:rPr lang="en-US" dirty="0"/>
              <a:t>Gradient Boosting</a:t>
            </a:r>
          </a:p>
          <a:p>
            <a:pPr lvl="1"/>
            <a:r>
              <a:rPr lang="en-US" dirty="0"/>
              <a:t>Trees are weighted and made sequentially </a:t>
            </a:r>
          </a:p>
          <a:p>
            <a:r>
              <a:rPr lang="en-US" dirty="0"/>
              <a:t>Support Vector Machine </a:t>
            </a:r>
          </a:p>
          <a:p>
            <a:pPr lvl="1"/>
            <a:r>
              <a:rPr lang="en-US" dirty="0"/>
              <a:t>Handles marginal relations or finds</a:t>
            </a:r>
          </a:p>
        </p:txBody>
      </p:sp>
    </p:spTree>
    <p:extLst>
      <p:ext uri="{BB962C8B-B14F-4D97-AF65-F5344CB8AC3E}">
        <p14:creationId xmlns:p14="http://schemas.microsoft.com/office/powerpoint/2010/main" val="2125418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 view of an airplane">
            <a:extLst>
              <a:ext uri="{FF2B5EF4-FFF2-40B4-BE49-F238E27FC236}">
                <a16:creationId xmlns:a16="http://schemas.microsoft.com/office/drawing/2014/main" id="{5E5121BE-FEFA-0064-A572-D7A81FE651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t="13659" b="2071"/>
          <a:stretch>
            <a:fillRect/>
          </a:stretch>
        </p:blipFill>
        <p:spPr>
          <a:xfrm>
            <a:off x="20" y="10"/>
            <a:ext cx="1219199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78EEE4-CD0E-5308-A5EE-5DFFCD9A8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E8C87-AA06-46F7-CEA3-5140B8660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Objective: Predict delayed flights </a:t>
            </a:r>
          </a:p>
          <a:p>
            <a:r>
              <a:rPr lang="en-US" dirty="0"/>
              <a:t>Use multiple predictive models</a:t>
            </a:r>
          </a:p>
          <a:p>
            <a:r>
              <a:rPr lang="en-US" dirty="0"/>
              <a:t>Find leading factors in delays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698685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180</Words>
  <Application>Microsoft Macintosh PowerPoint</Application>
  <PresentationFormat>Widescreen</PresentationFormat>
  <Paragraphs>40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Neue Haas Grotesk Text Pro</vt:lpstr>
      <vt:lpstr>AccentBoxVTI</vt:lpstr>
      <vt:lpstr>Predictive Analysis of US Flight Delays</vt:lpstr>
      <vt:lpstr>Overview</vt:lpstr>
      <vt:lpstr>Project Idea</vt:lpstr>
      <vt:lpstr>The Dataset</vt:lpstr>
      <vt:lpstr>Predictive Models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Brandon M. Boyle</dc:creator>
  <cp:lastModifiedBy>Brandon M. Boyle</cp:lastModifiedBy>
  <cp:revision>1</cp:revision>
  <dcterms:created xsi:type="dcterms:W3CDTF">2026-01-20T01:07:23Z</dcterms:created>
  <dcterms:modified xsi:type="dcterms:W3CDTF">2026-01-20T02:32:52Z</dcterms:modified>
</cp:coreProperties>
</file>